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</a:t>
            </a:r>
            <a:r>
              <a:rPr dirty="0" err="1"/>
              <a:t>Harsh</a:t>
            </a:r>
            <a:r>
              <a:rPr lang="en-US" dirty="0" err="1"/>
              <a:t>aburdhan</a:t>
            </a:r>
            <a:r>
              <a:rPr lang="en-US" dirty="0"/>
              <a:t> Saha</a:t>
            </a:r>
          </a:p>
          <a:p>
            <a:r>
              <a:rPr lang="en-US" dirty="0"/>
              <a:t>PRN: 202501040011</a:t>
            </a:r>
          </a:p>
          <a:p>
            <a:r>
              <a:rPr lang="en-US" dirty="0"/>
              <a:t>Division: CS1</a:t>
            </a:r>
            <a:endParaRPr dirty="0"/>
          </a:p>
          <a:p>
            <a:r>
              <a:rPr dirty="0"/>
              <a:t>Topic: Tuple in Python</a:t>
            </a:r>
          </a:p>
          <a:p>
            <a:r>
              <a:rPr dirty="0"/>
              <a:t>Activity: Python Basics Video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Tuple?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Tuple is a built‑in Python data type.</a:t>
            </a:r>
          </a:p>
          <a:p>
            <a:r>
              <a:rPr dirty="0"/>
              <a:t> It stores multiple values in one variable.</a:t>
            </a:r>
          </a:p>
          <a:p>
            <a:r>
              <a:rPr dirty="0"/>
              <a:t> Tuples are written using round brackets ( ).</a:t>
            </a:r>
          </a:p>
          <a:p>
            <a:r>
              <a:rPr dirty="0"/>
              <a:t> Tuples are ordered and immutable (cannot be changed).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Tuple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Example Code:</a:t>
            </a:r>
          </a:p>
          <a:p>
            <a:pPr marL="0" indent="0">
              <a:buNone/>
            </a:pPr>
            <a:r>
              <a:rPr dirty="0"/>
              <a:t>numbers = (10, 20, 30)</a:t>
            </a:r>
          </a:p>
          <a:p>
            <a:pPr marL="0" indent="0">
              <a:buNone/>
            </a:pPr>
            <a:r>
              <a:rPr dirty="0"/>
              <a:t>print(numbers)</a:t>
            </a:r>
          </a:p>
          <a:p>
            <a:endParaRPr dirty="0"/>
          </a:p>
          <a:p>
            <a:r>
              <a:rPr dirty="0"/>
              <a:t>Output:</a:t>
            </a:r>
          </a:p>
          <a:p>
            <a:pPr marL="0" indent="0">
              <a:buNone/>
            </a:pPr>
            <a:r>
              <a:rPr dirty="0"/>
              <a:t>(10, 20, 30)</a:t>
            </a:r>
          </a:p>
          <a:p>
            <a:endParaRPr dirty="0"/>
          </a:p>
          <a:p>
            <a:r>
              <a:rPr dirty="0"/>
              <a:t>Explanation: The tuple stores multiple values in a single 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Accessing Tuple Elements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fruits = ('apple', 'banana', 'mango')</a:t>
            </a:r>
          </a:p>
          <a:p>
            <a:pPr marL="0" indent="0">
              <a:buNone/>
            </a:pPr>
            <a:r>
              <a:rPr dirty="0"/>
              <a:t>print(fruits[1])</a:t>
            </a:r>
          </a:p>
          <a:p>
            <a:endParaRPr dirty="0"/>
          </a:p>
          <a:p>
            <a:r>
              <a:rPr dirty="0"/>
              <a:t>Output: </a:t>
            </a:r>
            <a:endParaRPr lang="en-US" dirty="0"/>
          </a:p>
          <a:p>
            <a:pPr marL="0" indent="0">
              <a:buNone/>
            </a:pPr>
            <a:r>
              <a:rPr dirty="0"/>
              <a:t>banana</a:t>
            </a:r>
          </a:p>
          <a:p>
            <a:endParaRPr dirty="0"/>
          </a:p>
          <a:p>
            <a:r>
              <a:rPr dirty="0"/>
              <a:t>Explanation: Tuples are ordered, so we can access elements using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Wrong Example (Error Demonstration)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fruits = ('apple', 'banana', 'mango')</a:t>
            </a:r>
          </a:p>
          <a:p>
            <a:pPr marL="0" indent="0">
              <a:buNone/>
            </a:pPr>
            <a:r>
              <a:rPr lang="en-US" dirty="0"/>
              <a:t>f</a:t>
            </a:r>
            <a:r>
              <a:rPr dirty="0"/>
              <a:t>ruits[1] = 'orange’</a:t>
            </a:r>
          </a:p>
          <a:p>
            <a:r>
              <a:rPr lang="en-US" dirty="0"/>
              <a:t>Output:</a:t>
            </a:r>
          </a:p>
          <a:p>
            <a:r>
              <a:rPr lang="en-US" dirty="0" err="1"/>
              <a:t>TypeError</a:t>
            </a:r>
            <a:r>
              <a:rPr lang="en-US" dirty="0"/>
              <a:t>: 'tuple' object does not support item assignment</a:t>
            </a:r>
            <a:endParaRPr dirty="0"/>
          </a:p>
          <a:p>
            <a:r>
              <a:rPr dirty="0"/>
              <a:t>This gives an error because tuples are immutable.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Solution:</a:t>
            </a:r>
          </a:p>
          <a:p>
            <a:pPr marL="0" indent="0">
              <a:buNone/>
            </a:pPr>
            <a:r>
              <a:rPr lang="fr-FR" dirty="0"/>
              <a:t>fruits = ("</a:t>
            </a:r>
            <a:r>
              <a:rPr lang="fr-FR" dirty="0" err="1"/>
              <a:t>apple</a:t>
            </a:r>
            <a:r>
              <a:rPr lang="fr-FR" dirty="0"/>
              <a:t>", "banana", "</a:t>
            </a:r>
            <a:r>
              <a:rPr lang="fr-FR" dirty="0" err="1"/>
              <a:t>mango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 err="1"/>
              <a:t>fruits_list</a:t>
            </a:r>
            <a:r>
              <a:rPr lang="fr-FR" dirty="0"/>
              <a:t> = </a:t>
            </a:r>
            <a:r>
              <a:rPr lang="fr-FR" dirty="0" err="1"/>
              <a:t>list</a:t>
            </a:r>
            <a:r>
              <a:rPr lang="fr-FR" dirty="0"/>
              <a:t>(fruits)</a:t>
            </a:r>
          </a:p>
          <a:p>
            <a:pPr marL="0" indent="0">
              <a:buNone/>
            </a:pPr>
            <a:r>
              <a:rPr lang="fr-FR" dirty="0" err="1"/>
              <a:t>fruits_list</a:t>
            </a:r>
            <a:r>
              <a:rPr lang="fr-FR" dirty="0"/>
              <a:t>[1] = "orange"</a:t>
            </a:r>
          </a:p>
          <a:p>
            <a:pPr marL="0" indent="0">
              <a:buNone/>
            </a:pPr>
            <a:r>
              <a:rPr lang="fr-FR" dirty="0"/>
              <a:t>fruits = tuple(</a:t>
            </a:r>
            <a:r>
              <a:rPr lang="fr-FR" dirty="0" err="1"/>
              <a:t>fruits_list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(fruits)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Now the value is changed successfully.</a:t>
            </a:r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('apple', 'orange', 'mango')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 Life Application (Design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Example: Student Information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student = ("Harsh", 11, "Computer Science")</a:t>
            </a:r>
          </a:p>
          <a:p>
            <a:pPr marL="0" indent="0">
              <a:buNone/>
            </a:pPr>
            <a:r>
              <a:rPr lang="en-US" dirty="0"/>
              <a:t>print("Name:", student[0])</a:t>
            </a:r>
          </a:p>
          <a:p>
            <a:pPr marL="0" indent="0">
              <a:buNone/>
            </a:pPr>
            <a:r>
              <a:rPr lang="en-US" dirty="0"/>
              <a:t>print("Roll No:", student[1])</a:t>
            </a:r>
          </a:p>
          <a:p>
            <a:pPr marL="0" indent="0">
              <a:buNone/>
            </a:pPr>
            <a:r>
              <a:rPr lang="en-US" dirty="0"/>
              <a:t>print("Course:", student[2])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Name: Harsh</a:t>
            </a:r>
          </a:p>
          <a:p>
            <a:pPr marL="0" indent="0">
              <a:buNone/>
            </a:pPr>
            <a:r>
              <a:rPr lang="en-US" dirty="0"/>
              <a:t>Roll No: 11</a:t>
            </a:r>
          </a:p>
          <a:p>
            <a:pPr marL="0" indent="0">
              <a:buNone/>
            </a:pPr>
            <a:r>
              <a:rPr lang="en-US" dirty="0"/>
              <a:t>Course: Computer Science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Tuples are useful when data should not change.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Tuple stores multiple values.</a:t>
            </a:r>
          </a:p>
          <a:p>
            <a:r>
              <a:rPr dirty="0"/>
              <a:t> It is ordered and immutable.</a:t>
            </a:r>
          </a:p>
          <a:p>
            <a:r>
              <a:rPr dirty="0"/>
              <a:t> Useful for fixed data like coordinates or student records.</a:t>
            </a:r>
          </a:p>
          <a:p>
            <a:r>
              <a:rPr dirty="0"/>
              <a:t> Helps maintain data integrity in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2DA2-77E0-22C2-2A9A-C09B4CF7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6896"/>
            <a:ext cx="8229600" cy="5883965"/>
          </a:xfrm>
        </p:spPr>
        <p:txBody>
          <a:bodyPr>
            <a:normAutofit/>
          </a:bodyPr>
          <a:lstStyle/>
          <a:p>
            <a:r>
              <a:rPr lang="en-US" sz="6900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338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358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Tuple in Python</vt:lpstr>
      <vt:lpstr>What is a Tuple?</vt:lpstr>
      <vt:lpstr>Basic Tuple Example</vt:lpstr>
      <vt:lpstr>Accessing Tuple Elements </vt:lpstr>
      <vt:lpstr>Wrong Example (Error Demonstration)</vt:lpstr>
      <vt:lpstr>Correct Solution</vt:lpstr>
      <vt:lpstr>Real Life Application (Design Solution)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 in Python</dc:title>
  <dc:subject/>
  <dc:creator>USER</dc:creator>
  <cp:keywords/>
  <dc:description>generated using python-pptx</dc:description>
  <cp:lastModifiedBy>Mayank Raj Saha</cp:lastModifiedBy>
  <cp:revision>7</cp:revision>
  <dcterms:created xsi:type="dcterms:W3CDTF">2013-01-27T09:14:16Z</dcterms:created>
  <dcterms:modified xsi:type="dcterms:W3CDTF">2026-03-16T09:11:42Z</dcterms:modified>
  <cp:category/>
</cp:coreProperties>
</file>